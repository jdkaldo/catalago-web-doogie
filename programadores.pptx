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CCD0B0-AFAA-D8CC-02DC-7E4FDA38C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51B4F2-39C7-BC58-126B-92006F1BC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BCB90E-88E6-4571-E46E-47C7A10A9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D3F9-7223-4D56-8AF7-42E833E2D64F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5ECEF4-F75E-6169-6613-B19070572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EA578F-515C-4DC0-1A86-93647314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98F4-5911-4193-9E0E-D361978B25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14784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E70A7-C175-F02B-1D1E-0F119A9BE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466438-8C34-3063-1A78-649CB58AF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056FB8-1C7C-0D0E-9D6B-B0D860693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D3F9-7223-4D56-8AF7-42E833E2D64F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FE1BAC-9FEB-90FB-B208-AF50A3D00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0B233A-CF38-5BC6-F6F8-E97EAFCE3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98F4-5911-4193-9E0E-D361978B25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7078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A4AD9-5330-B0B6-486C-38AC893A8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873C5B-9398-12DF-E3CC-9B8D774D4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41D655-F011-EE48-D80F-CDAA13360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D3F9-7223-4D56-8AF7-42E833E2D64F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B4E73D-684C-AD4E-AF63-C00FE8570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EC487F-8A22-C83C-CEF1-B83FB5D26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98F4-5911-4193-9E0E-D361978B25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2090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81468-8E45-8632-A624-38C8F247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017C1E-2CC4-8582-EC03-4BFB02CAA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505DA6-EB1E-D56A-C946-1A7677297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AE47FF-29A3-B0C9-3782-F40DECA34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D3F9-7223-4D56-8AF7-42E833E2D64F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2DAE9B-A959-0B08-DF4C-CD60E54B1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41B388-AB8D-27D2-520F-539335245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98F4-5911-4193-9E0E-D361978B25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7930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BED0F-EF76-0878-AA55-AB016AA32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D01458-4019-C643-8504-2816E75FC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A056FD9-5845-53D7-2034-DB64F4037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6614D43-0AD6-DFBE-FF34-E8F692A692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DDEEB2-8467-77F2-BE67-222E56AC9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3774B0F-C1BC-B35A-5B92-359940E3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D3F9-7223-4D56-8AF7-42E833E2D64F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FD06C8-89CF-B52C-0444-314BE4738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DB049B1-B258-83E2-71EA-FC2DBB4BE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98F4-5911-4193-9E0E-D361978B25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1730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17A7E5-FE85-507A-C3D5-7159521AB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D973267-6B34-DDA4-4013-736BA105F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D3F9-7223-4D56-8AF7-42E833E2D64F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F848AF-1740-3EF6-5FFF-B7337EC2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B379B58-7021-A45D-4F8D-10353724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98F4-5911-4193-9E0E-D361978B25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5671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C9F1A9-CBEC-4BA0-24FF-27C8179BC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D3F9-7223-4D56-8AF7-42E833E2D64F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7D1761D-A17A-AB30-82AB-737CFC38E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0C51E6-25E7-9328-F907-0A5DC952A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98F4-5911-4193-9E0E-D361978B25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1252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18870-219A-3771-6355-F0FB06BA3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BBC347-B1EB-9F99-9FF0-3993D8AE0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1D295B-3E9B-69FB-BB33-18FDD5E13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23E52CF-0CEE-CB74-6D58-6AE65B1F0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D3F9-7223-4D56-8AF7-42E833E2D64F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6C4D16-9009-7F1F-73E0-77CFF4BEA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0E5FE6-A661-569F-C54D-9E4DA842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98F4-5911-4193-9E0E-D361978B25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177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904962-C14D-0788-5AFA-BB46292BE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F67154A-322D-14B8-12B0-9FBBDFA6CA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E8E960-1B4F-7AAF-C7FB-72804C3DC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6480D9-395B-D435-F0A1-50462E544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D3F9-7223-4D56-8AF7-42E833E2D64F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822C1B-8C20-BBE9-A85C-B861BE8AC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979D99-F5B4-55F0-BF2D-538A3447B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98F4-5911-4193-9E0E-D361978B25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259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43DD4-7A58-2E8F-0DB5-5C3B5D8D4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D3E79A1-5F18-C819-F815-2DB5AC69F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1C1FED-AED6-F35A-A983-55681152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D3F9-7223-4D56-8AF7-42E833E2D64F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B5B21C-87DE-C2AC-E3DC-A42F0520B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36CEA8-1161-FD90-6386-25238304F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98F4-5911-4193-9E0E-D361978B25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2592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FE8AC6-F157-FB65-D829-A2264027D0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F1F2AB-0B65-0F12-3291-FCEBBBC25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09B836-2FF2-5ADB-F0E9-B60970AB5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D3F9-7223-4D56-8AF7-42E833E2D64F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FCAF23-1D1B-2617-A182-92A17EAFA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740E80-A65D-EC8F-2041-C61E3A50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98F4-5911-4193-9E0E-D361978B25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017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0EB9A34-5DBA-B580-8B56-67FF5A763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337EB6-9BAE-7BE2-9DFF-E9AD0BBF2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7DA548-41F1-54DE-C4E7-C0FEE68424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3D3F9-7223-4D56-8AF7-42E833E2D64F}" type="datetimeFigureOut">
              <a:rPr lang="es-MX" smtClean="0"/>
              <a:t>20/09/2025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313769-1841-A7BA-8D31-4A0920AAA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141E61-8BA5-79E3-6827-39AE864D6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698F4-5911-4193-9E0E-D361978B25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096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cloud.microsoft/pages/responsepage.aspx?id=B7Nacny3Zk-RaDdrHH-ZkNlzsiVDxtFNsChAdYlaSSlUNE9EU1dGMDlLUVJBQ002TkRXUlRBSUVGMi4u&amp;origin=lprLink&amp;route=shortur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n 4" descr="Pantalla de celular con imagen de perro&#10;&#10;El contenido generado por IA puede ser incorrecto.">
            <a:extLst>
              <a:ext uri="{FF2B5EF4-FFF2-40B4-BE49-F238E27FC236}">
                <a16:creationId xmlns:a16="http://schemas.microsoft.com/office/drawing/2014/main" id="{D7CB0F1B-8CAE-557D-5668-BAA75E7A22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32" r="714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08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6A5E-1B3B-2A70-EAA1-D1AC14F35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Programador 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7B0593-98F9-1D05-BF4A-7898CA466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MX" sz="3600" dirty="0"/>
              <a:t>Se encargara de programar el encabezado de la pagina web </a:t>
            </a:r>
            <a:r>
              <a:rPr lang="es-MX" sz="3600" b="1" dirty="0"/>
              <a:t>colocara logo</a:t>
            </a:r>
            <a:r>
              <a:rPr lang="es-MX" sz="3600" dirty="0"/>
              <a:t>, </a:t>
            </a:r>
            <a:r>
              <a:rPr lang="es-MX" sz="3600" b="1" dirty="0"/>
              <a:t>colocara el botón </a:t>
            </a:r>
            <a:r>
              <a:rPr lang="es-MX" sz="3600" dirty="0"/>
              <a:t>y </a:t>
            </a:r>
            <a:r>
              <a:rPr lang="es-MX" sz="3600" b="1" dirty="0"/>
              <a:t>su respectivo funcionamiento</a:t>
            </a:r>
            <a:r>
              <a:rPr lang="es-MX" sz="3600" dirty="0"/>
              <a:t>, y colocara el icono del Menú( EL MENU NO LO VA A PROGRAMAR ESO, eso le corresponde al programador 3)</a:t>
            </a:r>
          </a:p>
          <a:p>
            <a:pPr algn="just"/>
            <a:r>
              <a:rPr lang="es-MX" sz="3600" noProof="0" dirty="0"/>
              <a:t>Seguirá</a:t>
            </a:r>
            <a:r>
              <a:rPr lang="es-MX" sz="3600" dirty="0"/>
              <a:t> la paleta de colores tal como esta en el prototipo de diseño web. </a:t>
            </a:r>
          </a:p>
          <a:p>
            <a:pPr algn="just"/>
            <a:r>
              <a:rPr lang="es-MX" sz="3600" b="1" dirty="0"/>
              <a:t>Nota debe de ser responsivo todo</a:t>
            </a:r>
          </a:p>
          <a:p>
            <a:pPr algn="just"/>
            <a:endParaRPr lang="es-MX" sz="3600" dirty="0"/>
          </a:p>
        </p:txBody>
      </p:sp>
    </p:spTree>
    <p:extLst>
      <p:ext uri="{BB962C8B-B14F-4D97-AF65-F5344CB8AC3E}">
        <p14:creationId xmlns:p14="http://schemas.microsoft.com/office/powerpoint/2010/main" val="65378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F82780F0-CF99-4AC9-B8B5-1D4119139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12" y="135791"/>
            <a:ext cx="7445436" cy="6586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MX" dirty="0"/>
              <a:t>AGENDAR CITA</a:t>
            </a:r>
          </a:p>
          <a:p>
            <a:br>
              <a:rPr lang="es-MX" dirty="0"/>
            </a:br>
            <a:endParaRPr kumimoji="0" lang="es-MX" altLang="es-MX" sz="1000" b="1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1.Nombre completo del propietario: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600" b="1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2.Número de teléfono: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600" b="1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3.Nombre del perrito: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4.¿Para qué perrito sería el servicio?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5.¿Está acostumbrado a este tipo de servicio?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Primera vez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6.¿Qué servicio desea?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7.¿Hace cuánto tiempo recibió la última pastilla contra pulgas y garrapatas?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8.¿Actualmente tiene nudos o el pelo muy enredado?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9.¿Presenta pulgas o garrapatas?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</a:t>
            </a:r>
            <a:endParaRPr kumimoji="0" lang="es-MX" altLang="es-MX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E5B2C2-189E-E227-D9EB-77F022FDC8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62" t="31445"/>
          <a:stretch>
            <a:fillRect/>
          </a:stretch>
        </p:blipFill>
        <p:spPr>
          <a:xfrm>
            <a:off x="5309419" y="135791"/>
            <a:ext cx="3156155" cy="155913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BAA5B9E-7DA6-2F2B-469B-3809AD84C6E0}"/>
              </a:ext>
            </a:extLst>
          </p:cNvPr>
          <p:cNvSpPr txBox="1"/>
          <p:nvPr/>
        </p:nvSpPr>
        <p:spPr>
          <a:xfrm>
            <a:off x="8878529" y="427703"/>
            <a:ext cx="305291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El botón una ves que le aplanemos nos mandara a una ventana emergente donde nos hará una encuesta para agendar cita y Tendrá un botón de ENVIAR donde  la información recabada llegara como un mensaje a WhatsApp al numero 8131314975.</a:t>
            </a:r>
          </a:p>
        </p:txBody>
      </p:sp>
    </p:spTree>
    <p:extLst>
      <p:ext uri="{BB962C8B-B14F-4D97-AF65-F5344CB8AC3E}">
        <p14:creationId xmlns:p14="http://schemas.microsoft.com/office/powerpoint/2010/main" val="1540215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6F0C2-11E3-F820-42E9-A2996D980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Preguntas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0C016A-AAEB-5712-CD0B-7326883D8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hlinkClick r:id="rId2"/>
              </a:rPr>
              <a:t>https://forms.cloud.microsoft/pages/responsepage.aspx?id=B7Nacny3Zk-RaDdrHH-ZkNlzsiVDxtFNsChAdYlaSSlUNE9EU1dGMDlLUVJBQ002TkRXUlRBSUVGMi4u&amp;origin=lprLink&amp;route=shorturl</a:t>
            </a:r>
            <a:endParaRPr lang="es-MX" dirty="0"/>
          </a:p>
          <a:p>
            <a:endParaRPr lang="es-MX" dirty="0"/>
          </a:p>
          <a:p>
            <a:r>
              <a:rPr lang="es-MX" dirty="0"/>
              <a:t>La encuesta será la siguiente se va a programar el formulario </a:t>
            </a:r>
          </a:p>
        </p:txBody>
      </p:sp>
    </p:spTree>
    <p:extLst>
      <p:ext uri="{BB962C8B-B14F-4D97-AF65-F5344CB8AC3E}">
        <p14:creationId xmlns:p14="http://schemas.microsoft.com/office/powerpoint/2010/main" val="2453193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05317-53F6-AFEF-1C2A-BB9F86FCA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Programador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59C58F-8384-CA83-AB12-73EA48407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Realizara el carrusel de fotográficas lo mas mejor que pueda.</a:t>
            </a:r>
          </a:p>
          <a:p>
            <a:r>
              <a:rPr lang="es-MX" sz="4400" b="1" dirty="0"/>
              <a:t>Nota debe de ser responsivo todo</a:t>
            </a:r>
          </a:p>
        </p:txBody>
      </p:sp>
    </p:spTree>
    <p:extLst>
      <p:ext uri="{BB962C8B-B14F-4D97-AF65-F5344CB8AC3E}">
        <p14:creationId xmlns:p14="http://schemas.microsoft.com/office/powerpoint/2010/main" val="1942921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 descr="Pantalla de celular con imagen de perro&#10;&#10;El contenido generado por IA puede ser incorrecto.">
            <a:extLst>
              <a:ext uri="{FF2B5EF4-FFF2-40B4-BE49-F238E27FC236}">
                <a16:creationId xmlns:a16="http://schemas.microsoft.com/office/drawing/2014/main" id="{B53B4EAA-E0ED-EE35-AE11-FEB62EA74A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732" t="21277" r="7141"/>
          <a:stretch>
            <a:fillRect/>
          </a:stretch>
        </p:blipFill>
        <p:spPr>
          <a:xfrm>
            <a:off x="643467" y="1704533"/>
            <a:ext cx="10905066" cy="482802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A51E551-853A-E6C2-7C0D-67B381382C59}"/>
              </a:ext>
            </a:extLst>
          </p:cNvPr>
          <p:cNvSpPr txBox="1"/>
          <p:nvPr/>
        </p:nvSpPr>
        <p:spPr>
          <a:xfrm>
            <a:off x="1109272" y="239843"/>
            <a:ext cx="99834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Realizara el carrusel con 6 imágenes y colocara los colores correspondientes </a:t>
            </a:r>
          </a:p>
        </p:txBody>
      </p:sp>
    </p:spTree>
    <p:extLst>
      <p:ext uri="{BB962C8B-B14F-4D97-AF65-F5344CB8AC3E}">
        <p14:creationId xmlns:p14="http://schemas.microsoft.com/office/powerpoint/2010/main" val="1505686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424F8-E5E6-55D2-C5C2-135C31E5C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Programador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73565B-7E7E-AF6C-09FC-CD48516C0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Menú completo</a:t>
            </a:r>
          </a:p>
          <a:p>
            <a:r>
              <a:rPr lang="es-MX" dirty="0"/>
              <a:t>Pie de pagina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873259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269</Words>
  <Application>Microsoft Office PowerPoint</Application>
  <PresentationFormat>Panorámica</PresentationFormat>
  <Paragraphs>42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Tema de Office</vt:lpstr>
      <vt:lpstr>Presentación de PowerPoint</vt:lpstr>
      <vt:lpstr>Programador 1</vt:lpstr>
      <vt:lpstr>Presentación de PowerPoint</vt:lpstr>
      <vt:lpstr>Preguntas </vt:lpstr>
      <vt:lpstr>Programador 2</vt:lpstr>
      <vt:lpstr>Presentación de PowerPoint</vt:lpstr>
      <vt:lpstr>Programador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Hernandez Ramirez Katia</dc:creator>
  <cp:lastModifiedBy>Rodriguez Garcia Vanessa</cp:lastModifiedBy>
  <cp:revision>2</cp:revision>
  <dcterms:created xsi:type="dcterms:W3CDTF">2025-09-17T14:21:34Z</dcterms:created>
  <dcterms:modified xsi:type="dcterms:W3CDTF">2025-09-21T03:23:14Z</dcterms:modified>
</cp:coreProperties>
</file>